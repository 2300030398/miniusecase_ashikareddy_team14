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slide — team names centered; Vattikuti Foundation and logos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1E3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2270455" cy="6858000"/>
          </a:xfrm>
          <a:prstGeom prst="rect">
            <a:avLst/>
          </a:prstGeom>
          <a:solidFill>
            <a:srgbClr val="14A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10128" y="0"/>
            <a:ext cx="685800" cy="6858000"/>
          </a:xfrm>
          <a:prstGeom prst="rect">
            <a:avLst/>
          </a:prstGeom>
          <a:solidFill>
            <a:srgbClr val="1E3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96512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685800" cy="6858000"/>
          </a:xfrm>
          <a:prstGeom prst="rect">
            <a:avLst/>
          </a:prstGeom>
          <a:solidFill>
            <a:srgbClr val="1E3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38928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85816" y="0"/>
            <a:ext cx="1783080" cy="6858000"/>
          </a:xfrm>
          <a:prstGeom prst="rect">
            <a:avLst/>
          </a:prstGeom>
          <a:solidFill>
            <a:srgbClr val="14A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0336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07224" y="0"/>
            <a:ext cx="685800" cy="6858000"/>
          </a:xfrm>
          <a:prstGeom prst="rect">
            <a:avLst/>
          </a:prstGeom>
          <a:solidFill>
            <a:srgbClr val="1E3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0"/>
            <a:ext cx="685800" cy="6858000"/>
          </a:xfrm>
          <a:prstGeom prst="rect">
            <a:avLst/>
          </a:prstGeom>
          <a:solidFill>
            <a:srgbClr val="1E3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45168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7320" y="1143000"/>
            <a:ext cx="937260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481328"/>
            <a:ext cx="8001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900" b="1">
                <a:solidFill>
                  <a:srgbClr val="0B2B67"/>
                </a:solidFill>
                <a:latin typeface="Aptos"/>
              </a:rPr>
              <a:t>Calibo AI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057400"/>
            <a:ext cx="8915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0B2B67"/>
                </a:solidFill>
                <a:latin typeface="Aptos"/>
              </a:rPr>
              <a:t>Retail Category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16352"/>
            <a:ext cx="8549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Retail Product Performance — Exploratory Data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230368"/>
            <a:ext cx="4617720" cy="438912"/>
          </a:xfrm>
          <a:prstGeom prst="roundRect">
            <a:avLst/>
          </a:prstGeom>
          <a:solidFill>
            <a:srgbClr val="E8F3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255264"/>
            <a:ext cx="66751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62033"/>
                </a:solidFill>
                <a:latin typeface="Aptos"/>
              </a:rPr>
              <a:t>PRESENTED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607308"/>
            <a:ext cx="66751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RENDLA PAVITHRA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000500"/>
            <a:ext cx="66751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G. AKASH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393692"/>
            <a:ext cx="66751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M.V. ASHIKA REDDY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786883"/>
            <a:ext cx="66751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A. MANISH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5230368"/>
            <a:ext cx="4617720" cy="438912"/>
          </a:xfrm>
          <a:prstGeom prst="roundRect">
            <a:avLst/>
          </a:prstGeom>
          <a:solidFill>
            <a:srgbClr val="E8F3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5248656"/>
            <a:ext cx="4434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Aptos"/>
              </a:rPr>
              <a:t>MUC01  •  GROUP 14  •  JANUARY–JUNE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5708d5f-bbf4-459a-8619-b824784ea6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